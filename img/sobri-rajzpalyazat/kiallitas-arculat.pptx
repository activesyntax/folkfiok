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3D880-0483-444B-ABB7-3D83FC14426E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7AB72-DA10-4636-B2B7-85061DD2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50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87AB72-DA10-4636-B2B7-85061DD2B2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1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8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2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3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7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9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2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3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1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1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BBC89-931C-4018-B2A1-36EF7B02D354}" type="datetimeFigureOut">
              <a:rPr lang="en-US" smtClean="0"/>
              <a:t>12/14/2015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22C0D-D123-41B1-AF07-A27234578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34" Type="http://schemas.openxmlformats.org/officeDocument/2006/relationships/image" Target="../media/image33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33" Type="http://schemas.openxmlformats.org/officeDocument/2006/relationships/image" Target="../media/image32.jp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29" Type="http://schemas.openxmlformats.org/officeDocument/2006/relationships/image" Target="../media/image2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32" Type="http://schemas.openxmlformats.org/officeDocument/2006/relationships/image" Target="../media/image31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31" Type="http://schemas.openxmlformats.org/officeDocument/2006/relationships/image" Target="../media/image30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Relationship Id="rId30" Type="http://schemas.openxmlformats.org/officeDocument/2006/relationships/image" Target="../media/image29.jpg"/><Relationship Id="rId8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jpg"/><Relationship Id="rId18" Type="http://schemas.openxmlformats.org/officeDocument/2006/relationships/image" Target="../media/image24.jpg"/><Relationship Id="rId26" Type="http://schemas.openxmlformats.org/officeDocument/2006/relationships/image" Target="../media/image32.jpg"/><Relationship Id="rId3" Type="http://schemas.openxmlformats.org/officeDocument/2006/relationships/image" Target="../media/image34.png"/><Relationship Id="rId21" Type="http://schemas.openxmlformats.org/officeDocument/2006/relationships/image" Target="../media/image27.jpg"/><Relationship Id="rId34" Type="http://schemas.openxmlformats.org/officeDocument/2006/relationships/image" Target="../media/image17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17" Type="http://schemas.openxmlformats.org/officeDocument/2006/relationships/image" Target="../media/image23.jpg"/><Relationship Id="rId25" Type="http://schemas.openxmlformats.org/officeDocument/2006/relationships/image" Target="../media/image31.jpg"/><Relationship Id="rId3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jpg"/><Relationship Id="rId20" Type="http://schemas.openxmlformats.org/officeDocument/2006/relationships/image" Target="../media/image26.jpg"/><Relationship Id="rId29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24" Type="http://schemas.openxmlformats.org/officeDocument/2006/relationships/image" Target="../media/image30.jpg"/><Relationship Id="rId32" Type="http://schemas.openxmlformats.org/officeDocument/2006/relationships/image" Target="../media/image14.jpg"/><Relationship Id="rId5" Type="http://schemas.openxmlformats.org/officeDocument/2006/relationships/image" Target="../media/image3.jpg"/><Relationship Id="rId15" Type="http://schemas.openxmlformats.org/officeDocument/2006/relationships/image" Target="../media/image21.jpg"/><Relationship Id="rId23" Type="http://schemas.openxmlformats.org/officeDocument/2006/relationships/image" Target="../media/image29.jpg"/><Relationship Id="rId28" Type="http://schemas.openxmlformats.org/officeDocument/2006/relationships/image" Target="../media/image18.jpg"/><Relationship Id="rId10" Type="http://schemas.openxmlformats.org/officeDocument/2006/relationships/image" Target="../media/image8.jpg"/><Relationship Id="rId19" Type="http://schemas.openxmlformats.org/officeDocument/2006/relationships/image" Target="../media/image25.jpg"/><Relationship Id="rId31" Type="http://schemas.openxmlformats.org/officeDocument/2006/relationships/image" Target="../media/image13.jpg"/><Relationship Id="rId4" Type="http://schemas.openxmlformats.org/officeDocument/2006/relationships/image" Target="../media/image2.jpg"/><Relationship Id="rId9" Type="http://schemas.openxmlformats.org/officeDocument/2006/relationships/image" Target="../media/image7.jpg"/><Relationship Id="rId14" Type="http://schemas.openxmlformats.org/officeDocument/2006/relationships/image" Target="../media/image12.png"/><Relationship Id="rId22" Type="http://schemas.openxmlformats.org/officeDocument/2006/relationships/image" Target="../media/image28.jpg"/><Relationship Id="rId27" Type="http://schemas.openxmlformats.org/officeDocument/2006/relationships/image" Target="../media/image33.jpg"/><Relationship Id="rId30" Type="http://schemas.openxmlformats.org/officeDocument/2006/relationships/image" Target="../media/image20.jpg"/><Relationship Id="rId35" Type="http://schemas.openxmlformats.org/officeDocument/2006/relationships/image" Target="../media/image16.jpg"/><Relationship Id="rId8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" y="-5383"/>
            <a:ext cx="11132820" cy="68633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040" y="3683480"/>
            <a:ext cx="918550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905" y="2909261"/>
            <a:ext cx="468648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183" y="1022638"/>
            <a:ext cx="899804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332" y="2770201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170" y="2002092"/>
            <a:ext cx="918550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749" y="1806988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392" y="4496521"/>
            <a:ext cx="468648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120" y="1189051"/>
            <a:ext cx="459275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856" y="4376400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90" y="3764192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217" y="2218144"/>
            <a:ext cx="691515" cy="880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460" y="594879"/>
            <a:ext cx="994328" cy="710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798" y="128560"/>
            <a:ext cx="974035" cy="710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526" y="2435891"/>
            <a:ext cx="507310" cy="710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91" y="1725657"/>
            <a:ext cx="974035" cy="710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664" y="2745893"/>
            <a:ext cx="974035" cy="710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730" y="405086"/>
            <a:ext cx="727956" cy="1019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956" y="3459133"/>
            <a:ext cx="686547" cy="961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068" y="4175501"/>
            <a:ext cx="1057542" cy="771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58" y="5689430"/>
            <a:ext cx="1016379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325" y="5161928"/>
            <a:ext cx="513322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774" y="196003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002" y="2235756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54" y="4662699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331" y="3404866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262" y="1913379"/>
            <a:ext cx="513322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40" y="4768008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2" y="3758243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11" y="2618785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77" y="1517104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668" y="5657656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8" y="608160"/>
            <a:ext cx="985580" cy="7186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097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631" y="2093863"/>
            <a:ext cx="5298072" cy="326626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ounded Rectangle 2"/>
          <p:cNvSpPr/>
          <p:nvPr/>
        </p:nvSpPr>
        <p:spPr>
          <a:xfrm>
            <a:off x="9534519" y="1159361"/>
            <a:ext cx="2474100" cy="529239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0069" y="3996618"/>
            <a:ext cx="918550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05" y="3094596"/>
            <a:ext cx="468648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985" y="1329285"/>
            <a:ext cx="899804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042" y="3788236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679" y="2144099"/>
            <a:ext cx="918550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0991" y="2887663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572" y="4645462"/>
            <a:ext cx="468648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704" y="2054893"/>
            <a:ext cx="459275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887" y="4992342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18" y="5618983"/>
            <a:ext cx="927923" cy="65610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8" name="Group 77"/>
          <p:cNvGrpSpPr/>
          <p:nvPr/>
        </p:nvGrpSpPr>
        <p:grpSpPr>
          <a:xfrm>
            <a:off x="5922815" y="5320396"/>
            <a:ext cx="1465453" cy="1147187"/>
            <a:chOff x="4376522" y="4777856"/>
            <a:chExt cx="1465453" cy="1147187"/>
          </a:xfrm>
        </p:grpSpPr>
        <p:sp>
          <p:nvSpPr>
            <p:cNvPr id="37" name="Rounded Rectangle 36"/>
            <p:cNvSpPr/>
            <p:nvPr/>
          </p:nvSpPr>
          <p:spPr>
            <a:xfrm>
              <a:off x="4376522" y="4777856"/>
              <a:ext cx="1465453" cy="114718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6178" y="4922962"/>
              <a:ext cx="691515" cy="880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4" name="Group 43"/>
          <p:cNvGrpSpPr/>
          <p:nvPr/>
        </p:nvGrpSpPr>
        <p:grpSpPr>
          <a:xfrm>
            <a:off x="172148" y="648783"/>
            <a:ext cx="4055597" cy="5059499"/>
            <a:chOff x="97302" y="378339"/>
            <a:chExt cx="4055597" cy="4974547"/>
          </a:xfrm>
        </p:grpSpPr>
        <p:sp>
          <p:nvSpPr>
            <p:cNvPr id="43" name="Rounded Rectangle 42"/>
            <p:cNvSpPr/>
            <p:nvPr/>
          </p:nvSpPr>
          <p:spPr>
            <a:xfrm>
              <a:off x="97302" y="378339"/>
              <a:ext cx="4055597" cy="497454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2770" y="4183858"/>
              <a:ext cx="1016379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1156" y="1234406"/>
              <a:ext cx="513322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331" y="640585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7190" y="2442777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4338" y="2199342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6557" y="3404865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5386" y="1480690"/>
              <a:ext cx="513322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7449" y="4488405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939" y="3596158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799" y="2538080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481" y="1576225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3406" y="3156870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693" y="703078"/>
              <a:ext cx="985580" cy="7186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4" name="Group 63"/>
          <p:cNvGrpSpPr/>
          <p:nvPr/>
        </p:nvGrpSpPr>
        <p:grpSpPr>
          <a:xfrm>
            <a:off x="7967065" y="1039211"/>
            <a:ext cx="1465453" cy="1147187"/>
            <a:chOff x="7581113" y="154707"/>
            <a:chExt cx="1465453" cy="1147187"/>
          </a:xfrm>
        </p:grpSpPr>
        <p:sp>
          <p:nvSpPr>
            <p:cNvPr id="39" name="Rounded Rectangle 38"/>
            <p:cNvSpPr/>
            <p:nvPr/>
          </p:nvSpPr>
          <p:spPr>
            <a:xfrm>
              <a:off x="7581113" y="154707"/>
              <a:ext cx="1465453" cy="114718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4847" y="182130"/>
              <a:ext cx="727956" cy="10191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68" name="Group 67"/>
          <p:cNvGrpSpPr/>
          <p:nvPr/>
        </p:nvGrpSpPr>
        <p:grpSpPr>
          <a:xfrm>
            <a:off x="4258544" y="5294224"/>
            <a:ext cx="1465453" cy="1147187"/>
            <a:chOff x="6069950" y="4608631"/>
            <a:chExt cx="1465453" cy="1147187"/>
          </a:xfrm>
        </p:grpSpPr>
        <p:sp>
          <p:nvSpPr>
            <p:cNvPr id="41" name="Rounded Rectangle 40"/>
            <p:cNvSpPr/>
            <p:nvPr/>
          </p:nvSpPr>
          <p:spPr>
            <a:xfrm>
              <a:off x="6069950" y="4608631"/>
              <a:ext cx="1465453" cy="114718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3226" y="4727814"/>
              <a:ext cx="686547" cy="961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42" name="Rounded Rectangle 41"/>
          <p:cNvSpPr/>
          <p:nvPr/>
        </p:nvSpPr>
        <p:spPr>
          <a:xfrm>
            <a:off x="7891120" y="4574637"/>
            <a:ext cx="1465453" cy="1147187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214" y="4833493"/>
            <a:ext cx="1057542" cy="7711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3" name="Group 62"/>
          <p:cNvGrpSpPr/>
          <p:nvPr/>
        </p:nvGrpSpPr>
        <p:grpSpPr>
          <a:xfrm>
            <a:off x="4581136" y="102859"/>
            <a:ext cx="3200042" cy="2076092"/>
            <a:chOff x="2992995" y="-130171"/>
            <a:chExt cx="3200042" cy="2076092"/>
          </a:xfrm>
        </p:grpSpPr>
        <p:sp>
          <p:nvSpPr>
            <p:cNvPr id="40" name="Rounded Rectangle 39"/>
            <p:cNvSpPr/>
            <p:nvPr/>
          </p:nvSpPr>
          <p:spPr>
            <a:xfrm>
              <a:off x="2992995" y="-130171"/>
              <a:ext cx="3200042" cy="2076092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5009" y="127989"/>
              <a:ext cx="994328" cy="710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8529" y="1120552"/>
              <a:ext cx="974035" cy="710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8357" y="926331"/>
              <a:ext cx="507310" cy="710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760" y="-16257"/>
              <a:ext cx="974035" cy="710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0585" y="1047339"/>
              <a:ext cx="974035" cy="7102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46" name="Straight Connector 45"/>
          <p:cNvCxnSpPr/>
          <p:nvPr/>
        </p:nvCxnSpPr>
        <p:spPr>
          <a:xfrm>
            <a:off x="4273041" y="2696334"/>
            <a:ext cx="680826" cy="34551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5701709" y="2246554"/>
            <a:ext cx="151052" cy="643964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6255829" y="2249826"/>
            <a:ext cx="2233061" cy="355700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5167385" y="3759472"/>
            <a:ext cx="143462" cy="1464964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 flipV="1">
            <a:off x="6539508" y="3726993"/>
            <a:ext cx="74598" cy="1578780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2" idx="0"/>
          </p:cNvCxnSpPr>
          <p:nvPr/>
        </p:nvCxnSpPr>
        <p:spPr>
          <a:xfrm flipH="1" flipV="1">
            <a:off x="6857024" y="3959719"/>
            <a:ext cx="1766823" cy="614918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 flipV="1">
            <a:off x="8295704" y="3663356"/>
            <a:ext cx="1211555" cy="174695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17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József Putz</dc:creator>
  <cp:lastModifiedBy>József Putz</cp:lastModifiedBy>
  <cp:revision>7</cp:revision>
  <dcterms:created xsi:type="dcterms:W3CDTF">2015-12-14T09:52:11Z</dcterms:created>
  <dcterms:modified xsi:type="dcterms:W3CDTF">2015-12-14T10:42:42Z</dcterms:modified>
</cp:coreProperties>
</file>